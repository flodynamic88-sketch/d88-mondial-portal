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C2F5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120640"/>
            <a:ext cx="2377440" cy="2377440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417320"/>
            <a:ext cx="3291840" cy="3291840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2240280"/>
            <a:ext cx="1188720" cy="1188720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HOPLA.Online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82712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100" kern="0" dirty="0">
                <a:solidFill>
                  <a:srgbClr val="F58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GOFO EXPRESS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5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P L A . O N L I N E   ×   G O F O   E X P R E S S   P R E S E N T 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Enjoy the Training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Training Guidelines  •  Please Follow These Rules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58384" y="5989320"/>
            <a:ext cx="109728" cy="109728"/>
          </a:xfrm>
          <a:prstGeom prst="ellipse">
            <a:avLst/>
          </a:prstGeom>
          <a:solidFill>
            <a:srgbClr val="2C2F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724144" y="5989320"/>
            <a:ext cx="109728" cy="109728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9904" y="5989320"/>
            <a:ext cx="109728" cy="109728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5664" y="5989320"/>
            <a:ext cx="109728" cy="109728"/>
          </a:xfrm>
          <a:prstGeom prst="ellipse">
            <a:avLst/>
          </a:prstGeom>
          <a:solidFill>
            <a:srgbClr val="2C2F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TRAINING GUIDELINES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Meet Etiquette — Part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91672" y="502920"/>
            <a:ext cx="548640" cy="548640"/>
          </a:xfrm>
          <a:prstGeom prst="ellipse">
            <a:avLst/>
          </a:prstGeom>
          <a:solidFill>
            <a:srgbClr val="FBEAEC"/>
          </a:solidFill>
          <a:ln w="15875">
            <a:solidFill>
              <a:srgbClr val="FF58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91672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43560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on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74650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meeting at least 5–10 minutes before the scheduled start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27685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camera required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58775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keep your camera on throughout the session for better engagement.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118104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when not speaking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429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background noise by staying on mute unless you are asked to speak.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05072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05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9593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setup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27024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you are in a quiet place with a stable internet connection.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46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8006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behavior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511149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attentive, avoid multitasking, and participate actively.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687568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687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64184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the chat box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595274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use the chat for questions, but avoid unrelated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TRAINING GUIDELINES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Meet Etiquette — Part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91672" y="502920"/>
            <a:ext cx="548640" cy="548640"/>
          </a:xfrm>
          <a:prstGeom prst="ellipse">
            <a:avLst/>
          </a:prstGeom>
          <a:solidFill>
            <a:srgbClr val="FBEAEC"/>
          </a:solidFill>
          <a:ln w="15875">
            <a:solidFill>
              <a:srgbClr val="FF58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91672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43560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important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74650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to stay for the entire session unless excused.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67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2219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everyone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53288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others a chance to speak and maintain professionalism at all times.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54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00837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31927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activities, recitations, and knowledge checks.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7947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responses required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410565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ask a question, please answer verbally, even if it's a simple yes or no.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26864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26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581144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issues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the trainer immediately if you encounter any issues (internet, audio, etc.).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50408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5504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23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3931920" cy="3931920"/>
          </a:xfrm>
          <a:prstGeom prst="ellipse">
            <a:avLst/>
          </a:prstGeom>
          <a:ln w="127000">
            <a:solidFill>
              <a:srgbClr val="FBEA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600200"/>
            <a:ext cx="3200400" cy="3200400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4160520" y="1417320"/>
            <a:ext cx="411480" cy="411480"/>
          </a:xfrm>
          <a:prstGeom prst="ellipse">
            <a:avLst/>
          </a:prstGeom>
          <a:solidFill>
            <a:srgbClr val="F5811F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4800600"/>
            <a:ext cx="274320" cy="274320"/>
          </a:xfrm>
          <a:prstGeom prst="ellipse">
            <a:avLst/>
          </a:prstGeom>
          <a:solidFill>
            <a:srgbClr val="1E2144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640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KNOW 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89611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begin, tell us a bit about yourself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892040" y="182880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2258568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97880" y="20299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age, and location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97880" y="2450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who you are and where you’re joining from.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92040" y="342900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3858768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858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7880" y="3630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BPO experience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97880" y="40507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how long did you work in the industry?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502920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5458968"/>
            <a:ext cx="512064" cy="512064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5458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97880" y="5230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weird or fun fact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7880" y="56509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interesting or surprising about you!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"Bring Me" Game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E2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the Game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354580"/>
            <a:ext cx="8531352" cy="0"/>
          </a:xfrm>
          <a:prstGeom prst="line">
            <a:avLst/>
          </a:prstGeom>
          <a:noFill/>
          <a:ln w="50800">
            <a:solidFill>
              <a:srgbClr val="FB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FF587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turns off their cameras first.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91456" y="1965960"/>
            <a:ext cx="777240" cy="777240"/>
          </a:xfrm>
          <a:prstGeom prst="ellipse">
            <a:avLst/>
          </a:prstGeom>
          <a:solidFill>
            <a:srgbClr val="FF587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34256" y="2852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88536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calls an item or object to find — fast!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59952" y="1965960"/>
            <a:ext cx="777240" cy="777240"/>
          </a:xfrm>
          <a:prstGeom prst="ellipse">
            <a:avLst/>
          </a:prstGeom>
          <a:solidFill>
            <a:srgbClr val="FF587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02752" y="28529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show wins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57032" y="316382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turn on camera and show the item wins the round.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play several rounds — stay alert and move quickly!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91672" cy="1600200"/>
          </a:xfrm>
          <a:prstGeom prst="roundRect">
            <a:avLst>
              <a:gd name="adj" fmla="val 8000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97780"/>
            <a:ext cx="731520" cy="731520"/>
          </a:xfrm>
          <a:prstGeom prst="ellipse">
            <a:avLst/>
          </a:prstGeom>
          <a:solidFill>
            <a:srgbClr val="FF587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977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874520" y="48646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23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Hidden Talent Challenge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52303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3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last remaining agent (or the one who doesn’t win any round): show us your hidden talent — singing, dancing, acting, or anything you’re brave enough to share!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874520" y="58338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keep it fun, loud (but professional), and full of energy!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2026-07-28T06:11:30Z</dcterms:created>
  <dcterms:modified xsi:type="dcterms:W3CDTF">2026-07-28T06:11:30Z</dcterms:modified>
</cp:coreProperties>
</file>