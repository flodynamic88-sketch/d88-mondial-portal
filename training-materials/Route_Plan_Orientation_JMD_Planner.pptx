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206240"/>
            <a:ext cx="5029200" cy="5029200"/>
          </a:xfrm>
          <a:prstGeom prst="ellipse">
            <a:avLst/>
          </a:prstGeom>
          <a:solidFill>
            <a:srgbClr val="1E2761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25880" y="64008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 PORTAL   ·   DYNAMIC88 SOLUTIONS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Plan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Orientation &amp; Training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40080" y="4389120"/>
            <a:ext cx="6309360" cy="868680"/>
          </a:xfrm>
          <a:prstGeom prst="roundRect">
            <a:avLst>
              <a:gd name="adj" fmla="val 12632"/>
            </a:avLst>
          </a:prstGeom>
          <a:solidFill>
            <a:srgbClr val="1E2761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438912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JMD Planner Role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54864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reflects exactly what a JMD Planner sees and can do inside the Portal.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57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655064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Access at a Glance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039112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pages you can open, and what each one lets you do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508760"/>
            <a:ext cx="5257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82512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32320" y="1655064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in Route Plan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0" y="2039112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plans, assigning invoices, dispatching trucks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257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246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3072384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Convoy &amp; Truck Details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3456432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trucks, drivers, and helpers to a route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2926080"/>
            <a:ext cx="5257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82512" y="3246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382512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32320" y="3072384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Issues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0" y="3456432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Discrepancy vs. Backload — what each means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5257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4663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4663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54480" y="4489704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to Mondial vs. D88 Error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54480" y="4873752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understanding backload labels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26480" y="4343400"/>
            <a:ext cx="5257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82512" y="4663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382512" y="4663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132320" y="4489704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Boundaries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32320" y="4873752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 hidden from your view, and why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 · Introduction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0" y="6528816"/>
            <a:ext cx="3502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 Portal — Dynamic88 Solutions   ·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Access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25780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5257800" cy="777240"/>
          </a:xfrm>
          <a:prstGeom prst="roundRect">
            <a:avLst>
              <a:gd name="adj" fmla="val 14118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52578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146304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Plan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working access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8346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8346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manage route plans (date, header info)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3364992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3649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invoices and set Qty per Box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3895344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89534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trucks, dispatch, and manage convoys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68680" y="4425696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42569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truck details — carrier, plate #, driver, helpers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68680" y="4956048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9560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Unassign invoices and reschedule redeliveries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26480" y="1463040"/>
            <a:ext cx="525780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463040"/>
            <a:ext cx="5257800" cy="777240"/>
          </a:xfrm>
          <a:prstGeom prst="roundRect">
            <a:avLst>
              <a:gd name="adj" fmla="val 14118"/>
            </a:avLst>
          </a:prstGeom>
          <a:solidFill>
            <a:srgbClr val="6B7590"/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0" y="1920240"/>
            <a:ext cx="5257800" cy="320040"/>
          </a:xfrm>
          <a:prstGeom prst="rect">
            <a:avLst/>
          </a:prstGeom>
          <a:solidFill>
            <a:srgbClr val="6B7590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0" y="16916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◁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95160" y="146304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 Invoices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44652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View-only access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28346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75120" y="28346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recently encoded invoices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46520" y="3364992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75120" y="33649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document numbers, amounts, and status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46520" y="3895344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75120" y="389534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an invoice before assigning it in Route Plan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46520" y="4425696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675120" y="442569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add, edit, or delete entries here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8640" y="6172200"/>
            <a:ext cx="10835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only two pages in your sidebar. Dashboard, Deliveries, Billing, Trucking Billing, and Admin pages are not part of your role.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Your Access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29600" y="6528816"/>
            <a:ext cx="3502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 Portal — Dynamic88 Solutions   ·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WORKING IN ROUTE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Route Plan Is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448" y="2103120"/>
            <a:ext cx="3200400" cy="3017520"/>
          </a:xfrm>
          <a:prstGeom prst="roundRect">
            <a:avLst>
              <a:gd name="adj" fmla="val 3636"/>
            </a:avLst>
          </a:prstGeom>
          <a:solidFill>
            <a:srgbClr val="F7F9FD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3768" y="242316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83768" y="2423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048" y="3154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Plan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83768" y="365760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plan per delivery date. Holds header info: date, Prepared By, Checked By.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09848" y="329184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495648" y="2103120"/>
            <a:ext cx="3200400" cy="3017520"/>
          </a:xfrm>
          <a:prstGeom prst="roundRect">
            <a:avLst>
              <a:gd name="adj" fmla="val 3636"/>
            </a:avLst>
          </a:prstGeom>
          <a:solidFill>
            <a:srgbClr val="F7F9FD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69968" y="242316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3D4A9E"/>
          </a:solidFill>
          <a:ln/>
        </p:spPr>
      </p:sp>
      <p:sp>
        <p:nvSpPr>
          <p:cNvPr id="12" name="Text 10"/>
          <p:cNvSpPr/>
          <p:nvPr/>
        </p:nvSpPr>
        <p:spPr>
          <a:xfrm>
            <a:off x="4769968" y="2423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24248" y="3154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Truck Cards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69968" y="365760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truck (or convoy) gets its own card — carrier, plate #, driver, helpers.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696048" y="329184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8381848" y="2103120"/>
            <a:ext cx="3200400" cy="3017520"/>
          </a:xfrm>
          <a:prstGeom prst="roundRect">
            <a:avLst>
              <a:gd name="adj" fmla="val 3636"/>
            </a:avLst>
          </a:prstGeom>
          <a:solidFill>
            <a:srgbClr val="F7F9FD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56168" y="242316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6B78C4"/>
          </a:solidFill>
          <a:ln/>
        </p:spPr>
      </p:sp>
      <p:sp>
        <p:nvSpPr>
          <p:cNvPr id="18" name="Text 16"/>
          <p:cNvSpPr/>
          <p:nvPr/>
        </p:nvSpPr>
        <p:spPr>
          <a:xfrm>
            <a:off x="8656168" y="2423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10448" y="3154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Assigned Invoices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656168" y="365760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from Encode Invoices are assigned onto a truck, with Qty per Box.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funnel: one plan → many trucks → many invoices per truck. Everything you do in Route Plan fits into this structure.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Route Plan Overview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6528816"/>
            <a:ext cx="3502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 Portal — Dynamic88 Solutions   ·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WORKING IN ROUTE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&amp; Managing a Route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83564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1965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196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70992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delivery date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75120" y="1709928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 plan belongs to one date. Confirm it before adding trucks.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1083564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91693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916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280720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Prepared By / Checked By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75120" y="2807208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fields identify who built and reviewed the plan.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083564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01421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142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390448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truck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75120" y="3904488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truck card, then assign invoices to it (next section).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1083564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511149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1114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0200" y="500176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per truck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675120" y="5001768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day's plan can hold several trucks and convoys.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806440"/>
            <a:ext cx="10835640" cy="594360"/>
          </a:xfrm>
          <a:prstGeom prst="roundRect">
            <a:avLst>
              <a:gd name="adj" fmla="val 18462"/>
            </a:avLst>
          </a:prstGeom>
          <a:solidFill>
            <a:srgbClr val="CADCFC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" y="5806440"/>
            <a:ext cx="10287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15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Approval / “Approved By” is completed by an Admin once the plan is ready — it is not part of your steps.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Creating a Route Plan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6528816"/>
            <a:ext cx="3502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 Portal — Dynamic88 Solutions   ·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WORKING IN ROUTE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Assigning Invoices to a Truck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0080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Encode Invoices to Route Plan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304288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the invoice (document #, customer, amount)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0175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990088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it to the correct truck for that date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37033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703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3675888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Qty per Box — this feeds the printed itinerary &amp; exports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4434840"/>
            <a:ext cx="5303520" cy="822960"/>
          </a:xfrm>
          <a:prstGeom prst="roundRect">
            <a:avLst>
              <a:gd name="adj" fmla="val 11111"/>
            </a:avLst>
          </a:prstGeom>
          <a:solidFill>
            <a:srgbClr val="E4F2EA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5262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see:  </a:t>
            </a:r>
            <a:pPr indent="0" marL="0">
              <a:buNone/>
            </a:pPr>
            <a:r>
              <a:rPr lang="en-US" sz="11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Amount and total per-truck value — this reflects business volume, not trucking cost.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23760" y="1554480"/>
            <a:ext cx="4160520" cy="4251960"/>
          </a:xfrm>
          <a:prstGeom prst="roundRect">
            <a:avLst>
              <a:gd name="adj" fmla="val 2637"/>
            </a:avLst>
          </a:prstGeom>
          <a:solidFill>
            <a:srgbClr val="141A47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Invoices — Preview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8080" y="2240280"/>
            <a:ext cx="36576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2240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 #        </a:t>
            </a:r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Zone           </a:t>
            </a:r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498080" y="2606040"/>
            <a:ext cx="3657600" cy="384048"/>
          </a:xfrm>
          <a:prstGeom prst="rect">
            <a:avLst/>
          </a:prstGeom>
          <a:solidFill>
            <a:srgbClr val="1B2358"/>
          </a:solidFill>
          <a:ln w="6350">
            <a:solidFill>
              <a:srgbClr val="2B35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0" y="26060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INV-10231   </a:t>
            </a:r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Ortigas Zone   </a:t>
            </a:r>
            <a:pPr indent="0" marL="0">
              <a:buNone/>
            </a:pPr>
            <a:r>
              <a:rPr lang="en-US" sz="950" dirty="0">
                <a:solidFill>
                  <a:srgbClr val="9A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₱ 4,200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498080" y="3026664"/>
            <a:ext cx="3657600" cy="384048"/>
          </a:xfrm>
          <a:prstGeom prst="rect">
            <a:avLst/>
          </a:prstGeom>
          <a:solidFill>
            <a:srgbClr val="1B2358"/>
          </a:solidFill>
          <a:ln w="6350">
            <a:solidFill>
              <a:srgbClr val="2B35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302666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INV-10245   </a:t>
            </a:r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Makati Zone   </a:t>
            </a:r>
            <a:pPr indent="0" marL="0">
              <a:buNone/>
            </a:pPr>
            <a:r>
              <a:rPr lang="en-US" sz="950" dirty="0">
                <a:solidFill>
                  <a:srgbClr val="9A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₱ 3,150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498080" y="3447288"/>
            <a:ext cx="3657600" cy="384048"/>
          </a:xfrm>
          <a:prstGeom prst="rect">
            <a:avLst/>
          </a:prstGeom>
          <a:solidFill>
            <a:srgbClr val="1B2358"/>
          </a:solidFill>
          <a:ln w="6350">
            <a:solidFill>
              <a:srgbClr val="2B35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344728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INV-10252   </a:t>
            </a:r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Zone   </a:t>
            </a:r>
            <a:pPr indent="0" marL="0">
              <a:buNone/>
            </a:pPr>
            <a:r>
              <a:rPr lang="en-US" sz="950" dirty="0">
                <a:solidFill>
                  <a:srgbClr val="9A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₱ 5,600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498080" y="40050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mock-up — for training purposes only.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Assigning Invoices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6528816"/>
            <a:ext cx="3502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 Portal — Dynamic88 Solutions   ·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CONVOY &amp; TRUCK DETAILS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Dispatching Trucks &amp; Managing Convoys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8288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Dispatching marks a truck as out for delivery for the day’s plan. It moves the truck from planning into active delivery status.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dispatch trucks directly from your Route Plan board.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3977640"/>
            <a:ext cx="4663440" cy="0"/>
          </a:xfrm>
          <a:prstGeom prst="line">
            <a:avLst/>
          </a:prstGeom>
          <a:noFill/>
          <a:ln w="12700">
            <a:solidFill>
              <a:srgbClr val="E3E7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1605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Unassigning an Invoice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57200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invoice was assigned to the wrong truck, you can remove (unassign) it and reassign it correctly — no need to ask an Admin.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55448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652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32320" y="18288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Convoy Trucks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246888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convoy groups two or more trucks traveling together on the same route — useful for large volumes on one date.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46520" y="33832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33832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additional trucks to an existing convoy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3913632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391363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each truck's own assigned invoices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4443984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444398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rate stays hidden for every convoy truck, same as a solo truck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Dispatch &amp; Convoy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6528816"/>
            <a:ext cx="3502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 Portal — Dynamic88 Solutions   · 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CONVOY &amp; TRUCK DETAILS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Editing Truck Details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fill in or update these fields on every truck card: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7F9FD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00200" y="21945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trucking company handling this truck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96596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7F9FD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21945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2834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#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32918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plate number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96596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7F9FD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69480" y="21945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26948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2834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32918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Driver's name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52560" y="196596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7F9FD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104120" y="21945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1010412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89720" y="2834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1 / Helper 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35440" y="32918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of loading/unloading helpers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160520"/>
            <a:ext cx="10835640" cy="1737360"/>
          </a:xfrm>
          <a:prstGeom prst="roundRect">
            <a:avLst>
              <a:gd name="adj" fmla="val 6316"/>
            </a:avLst>
          </a:prstGeom>
          <a:solidFill>
            <a:srgbClr val="141A47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Card — Preview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4709160"/>
            <a:ext cx="10287000" cy="1005840"/>
          </a:xfrm>
          <a:prstGeom prst="roundRect">
            <a:avLst>
              <a:gd name="adj" fmla="val 7273"/>
            </a:avLst>
          </a:prstGeom>
          <a:solidFill>
            <a:srgbClr val="1B2358"/>
          </a:solidFill>
          <a:ln w="6350">
            <a:solidFill>
              <a:srgbClr val="2B35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4709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1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Carrier: Swift Cargo Logistics     Plate #: NGP-4521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Driver: J. Ramirez     Helper 1: A. Cruz     Helper 2: R. Santos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2960" y="5989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mock-up — for training purposes only.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Truck Details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6528816"/>
            <a:ext cx="3502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 Portal — Dynamic88 Solutions   · 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DELIVERY ISSUES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Issues: Two Categories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5257800" cy="685800"/>
          </a:xfrm>
          <a:prstGeom prst="roundRect">
            <a:avLst>
              <a:gd name="adj" fmla="val 16000"/>
            </a:avLst>
          </a:prstGeom>
          <a:solidFill>
            <a:srgbClr val="3D4A9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5257800" cy="320040"/>
          </a:xfrm>
          <a:prstGeom prst="rect">
            <a:avLst/>
          </a:prstGeom>
          <a:solidFill>
            <a:srgbClr val="3D4A9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5448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DISCREPANCY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issue with the delivery itself — reported for the record.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0175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or product mismatch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3520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5204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 goods on arrival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40233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40233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on-the-ground delivery issues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4709160"/>
            <a:ext cx="4663440" cy="868680"/>
          </a:xfrm>
          <a:prstGeom prst="roundRect">
            <a:avLst>
              <a:gd name="adj" fmla="val 10526"/>
            </a:avLst>
          </a:prstGeom>
          <a:solidFill>
            <a:srgbClr val="EEF0FB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70916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Discrepancy issues do not carry a Charge to Mondial / D88 Error flag — those apply to Backload only.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155448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554480"/>
            <a:ext cx="5257800" cy="685800"/>
          </a:xfrm>
          <a:prstGeom prst="roundRect">
            <a:avLst>
              <a:gd name="adj" fmla="val 16000"/>
            </a:avLst>
          </a:prstGeom>
          <a:solidFill>
            <a:srgbClr val="C886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126480" y="1920240"/>
            <a:ext cx="5257800" cy="320040"/>
          </a:xfrm>
          <a:prstGeom prst="rect">
            <a:avLst/>
          </a:prstGeom>
          <a:solidFill>
            <a:srgbClr val="C8862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55448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BACKLOAD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46520" y="242316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were not delivered and came back on the truck — a redelivery will be needed.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46520" y="31546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3154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not available, or refused delivery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46520" y="36576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36576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address or access issue on-site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46520" y="41605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0" y="41605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or routing problem on D88’s side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46520" y="4846320"/>
            <a:ext cx="4663440" cy="777240"/>
          </a:xfrm>
          <a:prstGeom prst="roundRect">
            <a:avLst>
              <a:gd name="adj" fmla="val 11765"/>
            </a:avLst>
          </a:prstGeom>
          <a:solidFill>
            <a:srgbClr val="FBF0DD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484632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Backload gets one of two flags:  </a:t>
            </a:r>
            <a:pPr indent="0" marL="0">
              <a:buNone/>
            </a:pPr>
            <a:r>
              <a:rPr lang="en-US" sz="1050" b="1" dirty="0">
                <a:solidFill>
                  <a:srgbClr val="C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to Mondial</a:t>
            </a:r>
            <a:pPr indent="0" marL="0">
              <a:buNone/>
            </a:pPr>
            <a:r>
              <a:rPr lang="en-US" sz="1050" dirty="0">
                <a:solidFill>
                  <a:srgbClr val="8A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  </a:t>
            </a:r>
            <a:pPr indent="0" marL="0">
              <a:buNone/>
            </a:pPr>
            <a:r>
              <a:rPr lang="en-US" sz="1050" b="1" dirty="0">
                <a:solidFill>
                  <a:srgbClr val="A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D88 Error</a:t>
            </a:r>
            <a:pPr indent="0" marL="0">
              <a:buNone/>
            </a:pPr>
            <a:r>
              <a:rPr lang="en-US" sz="1050" dirty="0">
                <a:solidFill>
                  <a:srgbClr val="8A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More on the next slides.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Discrepancy vs. Backload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6528816"/>
            <a:ext cx="3502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 Portal — Dynamic88 Solutions   · 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BACKLOAD 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Backload, Explained: Charge to Mondial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008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C8862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 to Mondial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the backload happened because of something on Mondial’s / the customer’s side.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2461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2461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wasn’t available to receive the goods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7033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703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was refused at the site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41605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41605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or incomplete address given by the customer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4892040"/>
            <a:ext cx="5760720" cy="1005840"/>
          </a:xfrm>
          <a:prstGeom prst="roundRect">
            <a:avLst>
              <a:gd name="adj" fmla="val 9091"/>
            </a:avLst>
          </a:prstGeom>
          <a:solidFill>
            <a:srgbClr val="FBF0DD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89204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automatically: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auto-creates a second, separate billable invoice line for the redelivery — an automatic “double-bill.”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23760" y="1554480"/>
            <a:ext cx="4160520" cy="4480560"/>
          </a:xfrm>
          <a:prstGeom prst="roundRect">
            <a:avLst>
              <a:gd name="adj" fmla="val 2637"/>
            </a:avLst>
          </a:prstGeom>
          <a:solidFill>
            <a:srgbClr val="141A47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looks on your board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8080" y="224028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1B2358"/>
          </a:solidFill>
          <a:ln w="6350">
            <a:solidFill>
              <a:srgbClr val="2B35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0" y="2377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INV-10298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80960" y="274320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3A2E17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0" y="2743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Backload reported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80960" y="32004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C8862B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to Mondial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0" y="3794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label is read-only for you — it was set by Admin / Logistics Associate.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98080" y="452628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1B2358"/>
          </a:solidFill>
          <a:ln w="6350">
            <a:solidFill>
              <a:srgbClr val="2B35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466344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role: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7D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this label when it appears, and understand it means the redelivery is already billed — no action needed to set it.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Charge to Mondial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6528816"/>
            <a:ext cx="3502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 Portal — Dynamic88 Solutions   · 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BACKLOAD 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Backload, Explained: D88 Error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008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AE3A3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E3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D88 Error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the backload happened because of something on D88’s own side — our mistake.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2461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2461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truck routing or missed stop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7033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703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breakdown or scheduling problem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41605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41605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other internal D88 handling mistake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4892040"/>
            <a:ext cx="5760720" cy="1005840"/>
          </a:xfrm>
          <a:prstGeom prst="roundRect">
            <a:avLst>
              <a:gd name="adj" fmla="val 9091"/>
            </a:avLst>
          </a:prstGeom>
          <a:solidFill>
            <a:srgbClr val="FBE9E7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89204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happens: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reporting only. Mondial is never billed twice for D88’s own error — no double invoice line is created.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23760" y="1554480"/>
            <a:ext cx="4160520" cy="4480560"/>
          </a:xfrm>
          <a:prstGeom prst="roundRect">
            <a:avLst>
              <a:gd name="adj" fmla="val 2637"/>
            </a:avLst>
          </a:prstGeom>
          <a:solidFill>
            <a:srgbClr val="141A47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looks on your board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8080" y="224028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1B2358"/>
          </a:solidFill>
          <a:ln w="6350">
            <a:solidFill>
              <a:srgbClr val="2B35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0" y="2377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INV-10304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80960" y="274320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3A2E17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0" y="2743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Backload reported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80960" y="320040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AE3A34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D88 Error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0" y="3794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read-only rule applies — you see it, you don’t set it.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98080" y="452628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1B2358"/>
          </a:solidFill>
          <a:ln w="6350">
            <a:solidFill>
              <a:srgbClr val="2B35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466344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contrast: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7D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to Mondial = their fault, billed again.  D88 Error = our fault, reported, not billed again.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D88 Error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6528816"/>
            <a:ext cx="3502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 Portal — Dynamic88 Solutions   · 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BACKLOAD 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Sets These Labels — and What You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set / edit the flag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2926080" cy="457200"/>
          </a:xfrm>
          <a:prstGeom prst="roundRect">
            <a:avLst>
              <a:gd name="adj" fmla="val 40000"/>
            </a:avLst>
          </a:prstGeom>
          <a:solidFill>
            <a:srgbClr val="E4F2E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86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880360"/>
            <a:ext cx="2926080" cy="457200"/>
          </a:xfrm>
          <a:prstGeom prst="roundRect">
            <a:avLst>
              <a:gd name="adj" fmla="val 40000"/>
            </a:avLst>
          </a:prstGeom>
          <a:solidFill>
            <a:srgbClr val="E4F2E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880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Associate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611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tick the checkboxes on the backload entry — exactly one of the two flags at a time.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4160520"/>
            <a:ext cx="4663440" cy="0"/>
          </a:xfrm>
          <a:prstGeom prst="line">
            <a:avLst/>
          </a:prstGeom>
          <a:noFill/>
          <a:ln w="12700">
            <a:solidFill>
              <a:srgbClr val="E3E7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 flag (read-only)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4800600"/>
            <a:ext cx="2926080" cy="457200"/>
          </a:xfrm>
          <a:prstGeom prst="roundRect">
            <a:avLst>
              <a:gd name="adj" fmla="val 40000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800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JMD Planner (you)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534924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see the label wherever it applies, but the checkboxes are not available to you — by design.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155448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1E2761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1783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to you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46520" y="233172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22860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to drivers or customers why a redelivery is or isn’t billed again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46520" y="320040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315468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a Backload with no flag yet is still pending review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46520" y="406908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49440" y="402336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need to guess — the label already tells you the outcome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Roles &amp; Responsibilities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6528816"/>
            <a:ext cx="3502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 Portal — Dynamic88 Solutions   · 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BACKLOAD 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Can Do With a Backload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008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828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Reschedule for Redelivery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 any invoice flagged as Backload. One click gets it ready for a new attempt.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063240"/>
            <a:ext cx="347472" cy="347472"/>
          </a:xfrm>
          <a:prstGeom prst="ellipse">
            <a:avLst/>
          </a:prstGeom>
          <a:solidFill>
            <a:srgbClr val="3D4A9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063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30175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backload invoice on its current truck card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868680" y="3520440"/>
            <a:ext cx="347472" cy="347472"/>
          </a:xfrm>
          <a:prstGeom prst="ellipse">
            <a:avLst/>
          </a:prstGeom>
          <a:solidFill>
            <a:srgbClr val="3D4A9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520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34747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“Reschedule for Redelivery”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868680" y="3977640"/>
            <a:ext cx="347472" cy="347472"/>
          </a:xfrm>
          <a:prstGeom prst="ellipse">
            <a:avLst/>
          </a:prstGeom>
          <a:solidFill>
            <a:srgbClr val="3D4A9E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977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9319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invoice stays visible on this truck for history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868680" y="4434840"/>
            <a:ext cx="347472" cy="347472"/>
          </a:xfrm>
          <a:prstGeom prst="ellipse">
            <a:avLst/>
          </a:prstGeom>
          <a:solidFill>
            <a:srgbClr val="3D4A9E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434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43891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excluded from this truck’s CTS scoring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868680" y="4892040"/>
            <a:ext cx="347472" cy="347472"/>
          </a:xfrm>
          <a:prstGeom prst="ellipse">
            <a:avLst/>
          </a:prstGeom>
          <a:solidFill>
            <a:srgbClr val="3D4A9E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892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48463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becomes free to assign to a new truck/date via Document Lookup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7223760" y="1554480"/>
            <a:ext cx="4160520" cy="4480560"/>
          </a:xfrm>
          <a:prstGeom prst="roundRect">
            <a:avLst>
              <a:gd name="adj" fmla="val 2637"/>
            </a:avLst>
          </a:prstGeom>
          <a:solidFill>
            <a:srgbClr val="F7F9FD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9808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within your reach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98080" y="228600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2377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Unassign Invoice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680960" y="2670048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invoice from a truck if it was placed there by mistake.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98080" y="338328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3474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Convoy Truck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80960" y="3767328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 another truck under the same route when volume needs it.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98080" y="448056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4572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Truck Details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680960" y="4864608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carrier, plate #, driver, or helper names any time.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Taking Action on Backloads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6528816"/>
            <a:ext cx="3502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 Portal — Dynamic88 Solutions   · 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Boundaries — By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 out of view, so you can focus on planning — not cost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456432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8B93A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205740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Rate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29992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trucking cost figure is visible only to Admin &amp; Logistics Officer.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33672" y="1874520"/>
            <a:ext cx="3456432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4462272" y="2103120"/>
            <a:ext cx="457200" cy="457200"/>
          </a:xfrm>
          <a:prstGeom prst="ellipse">
            <a:avLst/>
          </a:prstGeom>
          <a:solidFill>
            <a:srgbClr val="8B93A8"/>
          </a:solidFill>
          <a:ln/>
        </p:spPr>
      </p:sp>
      <p:sp>
        <p:nvSpPr>
          <p:cNvPr id="12" name="Text 10"/>
          <p:cNvSpPr/>
          <p:nvPr/>
        </p:nvSpPr>
        <p:spPr>
          <a:xfrm>
            <a:off x="4462272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56632" y="205740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% Score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62272" y="2743200"/>
            <a:ext cx="29992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numeric performance percentage is hidden; only Admin &amp; Logistics Officer see it.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18704" y="1874520"/>
            <a:ext cx="3456432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8147304" y="2103120"/>
            <a:ext cx="457200" cy="457200"/>
          </a:xfrm>
          <a:prstGeom prst="ellipse">
            <a:avLst/>
          </a:prstGeom>
          <a:solidFill>
            <a:srgbClr val="8B93A8"/>
          </a:solidFill>
          <a:ln/>
        </p:spPr>
      </p:sp>
      <p:sp>
        <p:nvSpPr>
          <p:cNvPr id="17" name="Text 15"/>
          <p:cNvSpPr/>
          <p:nvPr/>
        </p:nvSpPr>
        <p:spPr>
          <a:xfrm>
            <a:off x="8147304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741664" y="205740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Backload Flags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47304" y="2743200"/>
            <a:ext cx="29992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to Mondial / D88 Error checkboxes are Admin &amp; Logistics Associate only.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3456432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8B93A8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0" y="420624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 Delivered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892040"/>
            <a:ext cx="29992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status updates are handled by Logistics Officer / Associate.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33672" y="4023360"/>
            <a:ext cx="3456432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26" name="Shape 24"/>
          <p:cNvSpPr/>
          <p:nvPr/>
        </p:nvSpPr>
        <p:spPr>
          <a:xfrm>
            <a:off x="4462272" y="4251960"/>
            <a:ext cx="457200" cy="457200"/>
          </a:xfrm>
          <a:prstGeom prst="ellipse">
            <a:avLst/>
          </a:prstGeom>
          <a:solidFill>
            <a:srgbClr val="8B93A8"/>
          </a:solidFill>
          <a:ln/>
        </p:spPr>
      </p:sp>
      <p:sp>
        <p:nvSpPr>
          <p:cNvPr id="27" name="Text 25"/>
          <p:cNvSpPr/>
          <p:nvPr/>
        </p:nvSpPr>
        <p:spPr>
          <a:xfrm>
            <a:off x="4462272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056632" y="420624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Pages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62272" y="4892040"/>
            <a:ext cx="29992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Deliveries, Billing, Trucking Billing, and Admin are outside your role.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mirrors exactly how the Portal is configured today — nothing here is hidden by accident.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Reference Cheat Sheet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3564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77840" y="15544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80960" y="1554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10835640" cy="530352"/>
          </a:xfrm>
          <a:prstGeom prst="rect">
            <a:avLst/>
          </a:prstGeom>
          <a:solidFill>
            <a:srgbClr val="F7F9FD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manage a route plan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77840" y="196596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Plan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80960" y="196596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date, Prepared By, Checked By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496312"/>
            <a:ext cx="10835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496312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invoice to a truck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77840" y="249631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Plan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80960" y="249631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Qty per Box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026664"/>
            <a:ext cx="10835640" cy="530352"/>
          </a:xfrm>
          <a:prstGeom prst="rect">
            <a:avLst/>
          </a:prstGeom>
          <a:solidFill>
            <a:srgbClr val="F7F9FD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026664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a truck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77840" y="3026664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Plan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0960" y="3026664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the truck as out for delivery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557016"/>
            <a:ext cx="10835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557016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convoy truck / edit truck details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77840" y="355701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Plan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80960" y="3557016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Carrier, plate #, driver, helpers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087368"/>
            <a:ext cx="10835640" cy="530352"/>
          </a:xfrm>
          <a:prstGeom prst="rect">
            <a:avLst/>
          </a:prstGeom>
          <a:solidFill>
            <a:srgbClr val="F7F9FD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087368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Discrepancy vs. Backload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77840" y="408736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Plan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80960" y="4087368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badge only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10835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617720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Charge to Mondial / D88 Error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77840" y="461772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Plan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80960" y="461772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label; not editable by you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5148072"/>
            <a:ext cx="10835640" cy="530352"/>
          </a:xfrm>
          <a:prstGeom prst="rect">
            <a:avLst/>
          </a:prstGeom>
          <a:solidFill>
            <a:srgbClr val="F7F9FD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148072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 for Redelivery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77840" y="514807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Plan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80960" y="514807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the invoice for a new truck/date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678424"/>
            <a:ext cx="10835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5678424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encoded invoices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77840" y="5678424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Invoices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680960" y="5678424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View-only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Cheat Sheet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9600" y="6528816"/>
            <a:ext cx="3502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 Portal — Dynamic88 Solutions   · 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474720"/>
            <a:ext cx="5486400" cy="5486400"/>
          </a:xfrm>
          <a:prstGeom prst="ellipse">
            <a:avLst/>
          </a:prstGeom>
          <a:solidFill>
            <a:srgbClr val="1E2761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67528" y="146304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5367528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You’re Ready for Route Plan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371600" y="333756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plans, dispatch trucks, manage convoys — and now you can read every Backload label with confidence.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08960" y="4206240"/>
            <a:ext cx="594360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08960" y="4206240"/>
            <a:ext cx="5943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out to your Admin or the D88 Portal team any time.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 Portal · Dynamic88 Solutions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2026-08-05T01:35:20Z</dcterms:created>
  <dcterms:modified xsi:type="dcterms:W3CDTF">2026-08-05T01:35:20Z</dcterms:modified>
</cp:coreProperties>
</file>