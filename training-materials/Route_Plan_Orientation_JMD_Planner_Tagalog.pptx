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6400800" cy="64008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4206240"/>
            <a:ext cx="5029200" cy="5029200"/>
          </a:xfrm>
          <a:prstGeom prst="ellipse">
            <a:avLst/>
          </a:prstGeom>
          <a:solidFill>
            <a:srgbClr val="1E2761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4008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6400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325880" y="640080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MONDIAL PORTAL   ·   DYNAMIC88 SOLUTIONS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42316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 Plan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640080" y="32004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Oryentasyon at Training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640080" y="4389120"/>
            <a:ext cx="6309360" cy="868680"/>
          </a:xfrm>
          <a:prstGeom prst="roundRect">
            <a:avLst>
              <a:gd name="adj" fmla="val 12632"/>
            </a:avLst>
          </a:prstGeom>
          <a:solidFill>
            <a:srgbClr val="1E2761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68680" y="4389120"/>
            <a:ext cx="5852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Inihanda para sa: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JMD Planner Role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548640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 deck na ito ay sumasalamin mismo sa nakikita at kayang gawin ng isang JMD Planner sa loob ng Portal.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 ang Tatalakayin Natin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25780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8288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54480" y="1655064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 Iyong Access sa Isang Tingin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54480" y="2039112"/>
            <a:ext cx="40690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Aling mga pages ang maaari mong buksan, at ano ang kaya mong gawin sa bawat isa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26480" y="1508760"/>
            <a:ext cx="525780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382512" y="182880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382512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132320" y="1655064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Paggawa sa Route Plan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132320" y="2039112"/>
            <a:ext cx="40690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Paggawa ng plano, pag-assign ng invoices, pag-dispatch ng trucks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2926080"/>
            <a:ext cx="525780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32461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3246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54480" y="3072384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Convoy at Truck Details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554480" y="3456432"/>
            <a:ext cx="40690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Pagdagdag ng trucks, drivers, at helpers sa isang ruta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26480" y="2926080"/>
            <a:ext cx="525780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82512" y="32461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382512" y="3246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132320" y="3072384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Mga Isyu sa Delivery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132320" y="3456432"/>
            <a:ext cx="40690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Discrepancy kumpara sa Backload — ano ang kahulugan ng bawat isa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343400"/>
            <a:ext cx="525780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04672" y="46634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804672" y="4663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554480" y="4489704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to Mondial kumpara sa D88 Error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554480" y="4873752"/>
            <a:ext cx="40690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Pagbasa at pag-unawa sa mga backload label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6126480" y="4343400"/>
            <a:ext cx="525780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82512" y="466344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/>
          <p:nvPr/>
        </p:nvSpPr>
        <p:spPr>
          <a:xfrm>
            <a:off x="6382512" y="4663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7132320" y="4489704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 Iyong Limitasyon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132320" y="4873752"/>
            <a:ext cx="406908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ang hindi mo nakikita, at bakit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Seksyon 0 · Panimula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229600" y="6528816"/>
            <a:ext cx="35021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Mondial Portal — Dynamic88 Solutions   ·  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SEKSYON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Ang Iyong Access sa Isang Tingin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25780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63040"/>
            <a:ext cx="5257800" cy="777240"/>
          </a:xfrm>
          <a:prstGeom prst="roundRect">
            <a:avLst>
              <a:gd name="adj" fmla="val 14118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920240"/>
            <a:ext cx="525780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169164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17320" y="146304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 Plan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68680" y="2423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Buong access sa paggamit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28346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28346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Gumawa at mag-manage ng route plans (petsa, header info)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68680" y="3364992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336499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Mag-assign ng invoices at magtakda ng Qty per Box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68680" y="3895344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3895344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Magdagdag ng trucks, mag-dispatch, at mag-manage ng convoys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68680" y="4425696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4425696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Mag-edit ng truck details — carrier, plate #, driver, helpers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68680" y="4956048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97280" y="495604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Mag-unassign ng invoices at mag-reschedule ng redeliveries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126480" y="1463040"/>
            <a:ext cx="525780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26480" y="1463040"/>
            <a:ext cx="5257800" cy="777240"/>
          </a:xfrm>
          <a:prstGeom prst="roundRect">
            <a:avLst>
              <a:gd name="adj" fmla="val 14118"/>
            </a:avLst>
          </a:prstGeom>
          <a:solidFill>
            <a:srgbClr val="6B7590"/>
          </a:solidFill>
          <a:ln/>
        </p:spPr>
      </p:sp>
      <p:sp>
        <p:nvSpPr>
          <p:cNvPr id="23" name="Shape 21"/>
          <p:cNvSpPr/>
          <p:nvPr/>
        </p:nvSpPr>
        <p:spPr>
          <a:xfrm>
            <a:off x="6126480" y="1920240"/>
            <a:ext cx="5257800" cy="320040"/>
          </a:xfrm>
          <a:prstGeom prst="rect">
            <a:avLst/>
          </a:prstGeom>
          <a:solidFill>
            <a:srgbClr val="6B7590"/>
          </a:solidFill>
          <a:ln/>
        </p:spPr>
      </p:sp>
      <p:sp>
        <p:nvSpPr>
          <p:cNvPr id="24" name="Shape 22"/>
          <p:cNvSpPr/>
          <p:nvPr/>
        </p:nvSpPr>
        <p:spPr>
          <a:xfrm>
            <a:off x="6400800" y="169164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◁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995160" y="146304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Encode Invoices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446520" y="2423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8B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View-only lang ang access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46520" y="28346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675120" y="28346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Suriin ang mga kasong-lang na-encode na invoices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6446520" y="3364992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675120" y="336499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Tignan ang document numbers, amounts, at status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446520" y="3895344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675120" y="3895344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Kumpirmahin ang isang invoice bago ito i-assign sa Route Plan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6446520" y="4425696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6675120" y="4425696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ka makakapag-dagdag, mag-edit, o mag-delete ng entries dito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548640" y="6172200"/>
            <a:ext cx="10835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Ito lang ang dalawang pages sa iyong sidebar. Ang Dashboard, Deliveries, Billing, Trucking Billing, at Admin pages ay wala sa iyong role.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Seksyon 1 · Ang Iyong Access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8229600" y="6528816"/>
            <a:ext cx="35021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Mondial Portal — Dynamic88 Solutions   ·  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SEKSYON 2 · PAGGAWA SA ROUTE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Paano Nabubuo ang Isang Route Plan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9448" y="2103120"/>
            <a:ext cx="3200400" cy="3017520"/>
          </a:xfrm>
          <a:prstGeom prst="roundRect">
            <a:avLst>
              <a:gd name="adj" fmla="val 3636"/>
            </a:avLst>
          </a:prstGeom>
          <a:solidFill>
            <a:srgbClr val="F7F9FD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83768" y="2423160"/>
            <a:ext cx="2651760" cy="548640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83768" y="24231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38048" y="3154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2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 Plan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83768" y="3657600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Isang plano kada delivery date. Naglalaman ng header info: petsa, Prepared By, Checked By.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809848" y="3291840"/>
            <a:ext cx="685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4495648" y="2103120"/>
            <a:ext cx="3200400" cy="3017520"/>
          </a:xfrm>
          <a:prstGeom prst="roundRect">
            <a:avLst>
              <a:gd name="adj" fmla="val 3636"/>
            </a:avLst>
          </a:prstGeom>
          <a:solidFill>
            <a:srgbClr val="F7F9FD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69968" y="2423160"/>
            <a:ext cx="2651760" cy="548640"/>
          </a:xfrm>
          <a:prstGeom prst="roundRect">
            <a:avLst>
              <a:gd name="adj" fmla="val 50000"/>
            </a:avLst>
          </a:prstGeom>
          <a:solidFill>
            <a:srgbClr val="3D4A9E"/>
          </a:solidFill>
          <a:ln/>
        </p:spPr>
      </p:sp>
      <p:sp>
        <p:nvSpPr>
          <p:cNvPr id="12" name="Text 10"/>
          <p:cNvSpPr/>
          <p:nvPr/>
        </p:nvSpPr>
        <p:spPr>
          <a:xfrm>
            <a:off x="4769968" y="24231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24248" y="3154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2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Truck Cards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769968" y="3657600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Bawat truck (o convoy) ay may sariling card — carrier, plate #, driver, helpers.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696048" y="3291840"/>
            <a:ext cx="685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8381848" y="2103120"/>
            <a:ext cx="3200400" cy="3017520"/>
          </a:xfrm>
          <a:prstGeom prst="roundRect">
            <a:avLst>
              <a:gd name="adj" fmla="val 3636"/>
            </a:avLst>
          </a:prstGeom>
          <a:solidFill>
            <a:srgbClr val="F7F9FD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656168" y="2423160"/>
            <a:ext cx="2651760" cy="548640"/>
          </a:xfrm>
          <a:prstGeom prst="roundRect">
            <a:avLst>
              <a:gd name="adj" fmla="val 50000"/>
            </a:avLst>
          </a:prstGeom>
          <a:solidFill>
            <a:srgbClr val="6B78C4"/>
          </a:solidFill>
          <a:ln/>
        </p:spPr>
      </p:sp>
      <p:sp>
        <p:nvSpPr>
          <p:cNvPr id="18" name="Text 16"/>
          <p:cNvSpPr/>
          <p:nvPr/>
        </p:nvSpPr>
        <p:spPr>
          <a:xfrm>
            <a:off x="8656168" y="242316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10448" y="31546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2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Assigned Invoices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656168" y="3657600"/>
            <a:ext cx="26517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 invoices mula sa Encode Invoices ay ini-assign sa isang truck, kasama ang Qty per Box.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548640" y="55321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Isipin mo itong parang funnel: isang plano → maraming trucks → maraming invoices kada truck. Lahat ng gagawin mo sa Route Plan ay bahagi ng istrukturang ito.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Seksyon 2 · Buong-Larawan ng Route Plan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229600" y="6528816"/>
            <a:ext cx="35021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Mondial Portal — Dynamic88 Solutions   ·  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SEKSYON 2 · PAGGAWA SA ROUTE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Paggawa at Pag-manage ng Route Plan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083564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19656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1965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00200" y="1709928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Piliin ang delivery date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675120" y="1709928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Bawat route plan ay para sa isang petsa lang. Kumpirmahin ito bago magdagdag ng trucks.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697480"/>
            <a:ext cx="1083564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916936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9169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00200" y="2807208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Punan ang Prepared By / Checked By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675120" y="2807208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 mga field na ito ay nagsasabi kung sino ang gumawa at nag-review ng plano.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1083564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014216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01421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00200" y="3904488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Magdagdag ng truck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675120" y="3904488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Simulan ang truck card, tapos i-assign ang invoices dito (sa susunod na seksyon).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892040"/>
            <a:ext cx="10835640" cy="932688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5111496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1114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600200" y="5001768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Ulitin kada truck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675120" y="5001768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 plano ng isang araw ay kayang maglaman ng ilang trucks at convoys.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806440"/>
            <a:ext cx="10835640" cy="594360"/>
          </a:xfrm>
          <a:prstGeom prst="roundRect">
            <a:avLst>
              <a:gd name="adj" fmla="val 18462"/>
            </a:avLst>
          </a:prstGeom>
          <a:solidFill>
            <a:srgbClr val="CADCFC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22960" y="5806440"/>
            <a:ext cx="10287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Paalala:  </a:t>
            </a:r>
            <a:pPr indent="0" marL="0">
              <a:buNone/>
            </a:pPr>
            <a:r>
              <a:rPr lang="en-US" sz="1150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 Final Approval / “Approved By” ay kinukumpleto ng Admin kapag handa na ang plano — hindi ito bahagi ng mga hakbang mo.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Seksyon 2 · Paggawa ng Route Plan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8229600" y="6528816"/>
            <a:ext cx="35021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Mondial Portal — Dynamic88 Solutions   ·  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SEKSYON 2 · PAGGAWA SA ROUTE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Pag-assign ng Invoices sa Truck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400800" cy="425196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78308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Mula sa Encode Invoices Papunta sa Route Plan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8680" y="233172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331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17320" y="2304288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Hanapin ang invoice (document #, customer, amount)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68680" y="301752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017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17320" y="2990088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I-assign ito sa tamang truck para sa petsa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68680" y="370332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7033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17320" y="3675888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Ilagay ang Qty per Box — ito ang gagamitin sa printed itinerary at exports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68680" y="4434840"/>
            <a:ext cx="5303520" cy="822960"/>
          </a:xfrm>
          <a:prstGeom prst="roundRect">
            <a:avLst>
              <a:gd name="adj" fmla="val 11111"/>
            </a:avLst>
          </a:prstGeom>
          <a:solidFill>
            <a:srgbClr val="E4F2EA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452628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Makikita mo:  </a:t>
            </a:r>
            <a:pPr indent="0" marL="0">
              <a:buNone/>
            </a:pPr>
            <a:r>
              <a:rPr lang="en-US" sz="110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Amount at kabuuang halaga kada truck — ito ay sumasalamin sa volume ng negosyo, hindi sa gastos ng trucking.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223760" y="1554480"/>
            <a:ext cx="4160520" cy="4251960"/>
          </a:xfrm>
          <a:prstGeom prst="roundRect">
            <a:avLst>
              <a:gd name="adj" fmla="val 2637"/>
            </a:avLst>
          </a:prstGeom>
          <a:solidFill>
            <a:srgbClr val="141A47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98080" y="1783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 Invoices — Preview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498080" y="2240280"/>
            <a:ext cx="3657600" cy="320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7589520" y="22402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 #        </a:t>
            </a:r>
            <a:pPr indent="0" marL="0">
              <a:buNone/>
            </a:pPr>
            <a:r>
              <a:rPr lang="en-US" sz="95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Zone           </a:t>
            </a:r>
            <a:pPr indent="0" marL="0">
              <a:buNone/>
            </a:pPr>
            <a:r>
              <a:rPr lang="en-US" sz="95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Amount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498080" y="2606040"/>
            <a:ext cx="3657600" cy="384048"/>
          </a:xfrm>
          <a:prstGeom prst="rect">
            <a:avLst/>
          </a:prstGeom>
          <a:solidFill>
            <a:srgbClr val="1B2358"/>
          </a:solidFill>
          <a:ln w="6350">
            <a:solidFill>
              <a:srgbClr val="2B357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89520" y="260604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INV-10231   </a:t>
            </a:r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Ortigas Zone   </a:t>
            </a:r>
            <a:pPr indent="0" marL="0">
              <a:buNone/>
            </a:pPr>
            <a:r>
              <a:rPr lang="en-US" sz="950" dirty="0">
                <a:solidFill>
                  <a:srgbClr val="9AD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₱ 4,200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498080" y="3026664"/>
            <a:ext cx="3657600" cy="384048"/>
          </a:xfrm>
          <a:prstGeom prst="rect">
            <a:avLst/>
          </a:prstGeom>
          <a:solidFill>
            <a:srgbClr val="1B2358"/>
          </a:solidFill>
          <a:ln w="6350">
            <a:solidFill>
              <a:srgbClr val="2B357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89520" y="3026664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INV-10245   </a:t>
            </a:r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Makati Zone   </a:t>
            </a:r>
            <a:pPr indent="0" marL="0">
              <a:buNone/>
            </a:pPr>
            <a:r>
              <a:rPr lang="en-US" sz="950" dirty="0">
                <a:solidFill>
                  <a:srgbClr val="9AD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₱ 3,150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498080" y="3447288"/>
            <a:ext cx="3657600" cy="384048"/>
          </a:xfrm>
          <a:prstGeom prst="rect">
            <a:avLst/>
          </a:prstGeom>
          <a:solidFill>
            <a:srgbClr val="1B2358"/>
          </a:solidFill>
          <a:ln w="6350">
            <a:solidFill>
              <a:srgbClr val="2B357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0" y="3447288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INV-10252   </a:t>
            </a:r>
            <a:pPr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QC Zone   </a:t>
            </a:r>
            <a:pPr indent="0" marL="0">
              <a:buNone/>
            </a:pPr>
            <a:r>
              <a:rPr lang="en-US" sz="950" dirty="0">
                <a:solidFill>
                  <a:srgbClr val="9AD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₱ 5,600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498080" y="40050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C8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mock-up lang — para sa training purposes.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Seksyon 2 · Pag-assign ng Invoices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229600" y="6528816"/>
            <a:ext cx="35021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Mondial Portal — Dynamic88 Solutions   · 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SEKSYON 3 · CONVOY AT TRUCK DETAILS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Pag-dispatch ng Trucks at Pag-manage ng Convoys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25780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288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54480" y="182880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Dispatch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468880"/>
            <a:ext cx="4709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 dispatch ay nagmarka ng truck bilang out for delivery para sa plano ng araw. Ililipat ito ng truck mula sa planning tungo sa active delivery status.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68680" y="329184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Maaari mong i-dispatch ang trucks direkta mula sa iyong Route Plan board.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68680" y="3977640"/>
            <a:ext cx="4663440" cy="0"/>
          </a:xfrm>
          <a:prstGeom prst="line">
            <a:avLst/>
          </a:prstGeom>
          <a:noFill/>
          <a:ln w="12700">
            <a:solidFill>
              <a:srgbClr val="E3E7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416052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Pag-unassign ng Invoice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4572000"/>
            <a:ext cx="4709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Kung ang isang invoice ay na-assign sa maling truck, maaari mo itong tanggalin (unassign) at i-assign ulit nang tama — hindi mo na kailangang hingin sa Admin.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1554480"/>
            <a:ext cx="525780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46520" y="18288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644652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≡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132320" y="182880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Convoy Trucks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46520" y="2468880"/>
            <a:ext cx="4709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 convoy ay pinagsasama ang dalawa o higit pang trucks na naglalakbay sa parehong ruta — kapaki-pakinabang para sa malaking volume sa isang petsa.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46520" y="338328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75120" y="338328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Magdagdag ng karagdagang trucks sa isang umiiral na convoy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46520" y="3913632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675120" y="391363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Mag-manage ng sariling assigned invoices ng bawat truck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46520" y="4443984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675120" y="4443984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 truck rate ay nananatiling itago para sa bawat convoy truck, kapareho ng isang solong truck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Seksyon 3 · Dispatch at Convoy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8229600" y="6528816"/>
            <a:ext cx="35021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Mondial Portal — Dynamic88 Solutions   ·  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SEKSYON 3 · CONVOY AT TRUCK DETAILS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Pag-edit ng Truck Details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Maaari mong punan o i-update ang mga field na ito sa bawat truck card: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606040" cy="1920240"/>
          </a:xfrm>
          <a:prstGeom prst="roundRect">
            <a:avLst>
              <a:gd name="adj" fmla="val 5714"/>
            </a:avLst>
          </a:prstGeom>
          <a:solidFill>
            <a:srgbClr val="F7F9FD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600200" y="21945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160020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85800" y="28346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32918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 trucking company na humahawak sa truck na ito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83280" y="1965960"/>
            <a:ext cx="2606040" cy="1920240"/>
          </a:xfrm>
          <a:prstGeom prst="roundRect">
            <a:avLst>
              <a:gd name="adj" fmla="val 5714"/>
            </a:avLst>
          </a:prstGeom>
          <a:solidFill>
            <a:srgbClr val="F7F9FD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34840" y="21945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443484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520440" y="28346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 #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566160" y="32918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Numero ng plaka ng sasakyan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1965960"/>
            <a:ext cx="2606040" cy="1920240"/>
          </a:xfrm>
          <a:prstGeom prst="roundRect">
            <a:avLst>
              <a:gd name="adj" fmla="val 5714"/>
            </a:avLst>
          </a:prstGeom>
          <a:solidFill>
            <a:srgbClr val="F7F9FD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269480" y="21945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726948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55080" y="28346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0" y="32918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Pangalan ng driver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052560" y="1965960"/>
            <a:ext cx="2606040" cy="1920240"/>
          </a:xfrm>
          <a:prstGeom prst="roundRect">
            <a:avLst>
              <a:gd name="adj" fmla="val 5714"/>
            </a:avLst>
          </a:prstGeom>
          <a:solidFill>
            <a:srgbClr val="F7F9FD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0104120" y="21945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10104120" y="21945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189720" y="283464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Helper 1 / Helper 2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235440" y="32918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Mga pangalan ng loading/unloading helpers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4160520"/>
            <a:ext cx="10835640" cy="1737360"/>
          </a:xfrm>
          <a:prstGeom prst="roundRect">
            <a:avLst>
              <a:gd name="adj" fmla="val 6316"/>
            </a:avLst>
          </a:prstGeom>
          <a:solidFill>
            <a:srgbClr val="141A47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822960" y="43434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Truck Card — Preview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822960" y="4709160"/>
            <a:ext cx="10287000" cy="1005840"/>
          </a:xfrm>
          <a:prstGeom prst="roundRect">
            <a:avLst>
              <a:gd name="adj" fmla="val 7273"/>
            </a:avLst>
          </a:prstGeom>
          <a:solidFill>
            <a:srgbClr val="1B2358"/>
          </a:solidFill>
          <a:ln w="6350">
            <a:solidFill>
              <a:srgbClr val="2B357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51560" y="4709160"/>
            <a:ext cx="9875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Truck 1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Carrier: Swift Cargo Logistics     Plate #: NGP-4521</a:t>
            </a:r>
            <a:endParaRPr lang="en-US" sz="11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Driver: J. Ramirez     Helper 1: A. Cruz     Helper 2: R. Santos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22960" y="5989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mock-up lang — para sa training purposes.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Seksyon 3 · Truck Details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229600" y="6528816"/>
            <a:ext cx="35021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Mondial Portal — Dynamic88 Solutions   ·  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SEKSYON 4 · MGA ISYU SA DELIVERY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Mga Isyu sa Delivery: Dalawang Kategorya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25780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54480"/>
            <a:ext cx="5257800" cy="685800"/>
          </a:xfrm>
          <a:prstGeom prst="roundRect">
            <a:avLst>
              <a:gd name="adj" fmla="val 16000"/>
            </a:avLst>
          </a:prstGeom>
          <a:solidFill>
            <a:srgbClr val="3D4A9E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920240"/>
            <a:ext cx="5257800" cy="320040"/>
          </a:xfrm>
          <a:prstGeom prst="rect">
            <a:avLst/>
          </a:prstGeom>
          <a:solidFill>
            <a:srgbClr val="3D4A9E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55448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DISCREPANCY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8680" y="24231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Isang isyu sa delivery mismo — inireport para sa record.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68680" y="301752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301752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tugma ang quantity o produkto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68680" y="35204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35204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Nasira ang goods pagdating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68680" y="402336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D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402336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Iba pang isyu sa delivery sa lugar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68680" y="4709160"/>
            <a:ext cx="4663440" cy="868680"/>
          </a:xfrm>
          <a:prstGeom prst="roundRect">
            <a:avLst>
              <a:gd name="adj" fmla="val 10526"/>
            </a:avLst>
          </a:prstGeom>
          <a:solidFill>
            <a:srgbClr val="EEF0FB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4709160"/>
            <a:ext cx="4297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4A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 mga Discrepancy issue ay walang Charge to Mondial / D88 Error flag — para lang ito sa Backload.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26480" y="1554480"/>
            <a:ext cx="525780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1554480"/>
            <a:ext cx="5257800" cy="685800"/>
          </a:xfrm>
          <a:prstGeom prst="roundRect">
            <a:avLst>
              <a:gd name="adj" fmla="val 16000"/>
            </a:avLst>
          </a:prstGeom>
          <a:solidFill>
            <a:srgbClr val="C8862B"/>
          </a:solidFill>
          <a:ln/>
        </p:spPr>
      </p:sp>
      <p:sp>
        <p:nvSpPr>
          <p:cNvPr id="19" name="Shape 17"/>
          <p:cNvSpPr/>
          <p:nvPr/>
        </p:nvSpPr>
        <p:spPr>
          <a:xfrm>
            <a:off x="6126480" y="1920240"/>
            <a:ext cx="5257800" cy="320040"/>
          </a:xfrm>
          <a:prstGeom prst="rect">
            <a:avLst/>
          </a:prstGeom>
          <a:solidFill>
            <a:srgbClr val="C8862B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155448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BACKLOAD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6446520" y="242316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na-deliver ang goods at bumalik sa truck — kakailanganin ng redelivery.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46520" y="315468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675120" y="315468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available ang recipient, o tumanggi sa delivery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46520" y="365760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365760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Maling address o isyu sa access sa site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446520" y="416052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675120" y="416052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sa truck o routing sa panig ng D88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446520" y="4846320"/>
            <a:ext cx="4663440" cy="777240"/>
          </a:xfrm>
          <a:prstGeom prst="roundRect">
            <a:avLst>
              <a:gd name="adj" fmla="val 11765"/>
            </a:avLst>
          </a:prstGeom>
          <a:solidFill>
            <a:srgbClr val="FBF0DD"/>
          </a:solidFill>
          <a:ln/>
        </p:spPr>
      </p:sp>
      <p:sp>
        <p:nvSpPr>
          <p:cNvPr id="29" name="Text 27"/>
          <p:cNvSpPr/>
          <p:nvPr/>
        </p:nvSpPr>
        <p:spPr>
          <a:xfrm>
            <a:off x="6629400" y="4846320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5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 bawat Backload ay nabibigyan ng isa sa dalawang flag:  </a:t>
            </a:r>
            <a:pPr indent="0" marL="0">
              <a:buNone/>
            </a:pPr>
            <a:r>
              <a:rPr lang="en-US" sz="1050" b="1" dirty="0">
                <a:solidFill>
                  <a:srgbClr val="C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to Mondial</a:t>
            </a:r>
            <a:pPr indent="0" marL="0">
              <a:buNone/>
            </a:pPr>
            <a:r>
              <a:rPr lang="en-US" sz="1050" dirty="0">
                <a:solidFill>
                  <a:srgbClr val="8A5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o  </a:t>
            </a:r>
            <a:pPr indent="0" marL="0">
              <a:buNone/>
            </a:pPr>
            <a:r>
              <a:rPr lang="en-US" sz="1050" b="1" dirty="0">
                <a:solidFill>
                  <a:srgbClr val="AE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D88 Error</a:t>
            </a:r>
            <a:pPr indent="0" marL="0">
              <a:buNone/>
            </a:pPr>
            <a:r>
              <a:rPr lang="en-US" sz="1050" dirty="0">
                <a:solidFill>
                  <a:srgbClr val="8A5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Higit pa dito sa susunod na slides.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Seksyon 4 · Discrepancy kumpara sa Backload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229600" y="6528816"/>
            <a:ext cx="35021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Mondial Portal — Dynamic88 Solutions   ·  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SEKSYON 5 · MALALIM NA PAGTALAKAY SA BACKLOAD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Backload, Ipinaliwanag: Charge to Mondial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40080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28800"/>
            <a:ext cx="548640" cy="548640"/>
          </a:xfrm>
          <a:prstGeom prst="ellipse">
            <a:avLst/>
          </a:prstGeom>
          <a:solidFill>
            <a:srgbClr val="C8862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182880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88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Charge to Mondial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256032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Kahulugan: nangyari ang backload dahil sa isang bagay sa panig ni Mondial / customer.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3246120"/>
            <a:ext cx="228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32461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available ang recipient para tanggapin ang goods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3703320"/>
            <a:ext cx="228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37033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Tinanggihan ang delivery sa site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4160520"/>
            <a:ext cx="228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41605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 o hindi kumpletong address na ibinigay ng customer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68680" y="4892040"/>
            <a:ext cx="5760720" cy="1005840"/>
          </a:xfrm>
          <a:prstGeom prst="roundRect">
            <a:avLst>
              <a:gd name="adj" fmla="val 9091"/>
            </a:avLst>
          </a:prstGeom>
          <a:solidFill>
            <a:srgbClr val="FBF0DD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4892040"/>
            <a:ext cx="5303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5A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ang nangyayari nang automatic: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4A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na gumagawa ang system ng pangalawa, hiwalay na billable invoice line para sa redelivery — isang automatic na “double-bill.”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223760" y="1554480"/>
            <a:ext cx="4160520" cy="4480560"/>
          </a:xfrm>
          <a:prstGeom prst="roundRect">
            <a:avLst>
              <a:gd name="adj" fmla="val 2637"/>
            </a:avLst>
          </a:prstGeom>
          <a:solidFill>
            <a:srgbClr val="141A47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98080" y="1783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Ganito ito makikita sa iyong board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498080" y="2240280"/>
            <a:ext cx="3657600" cy="1371600"/>
          </a:xfrm>
          <a:prstGeom prst="roundRect">
            <a:avLst>
              <a:gd name="adj" fmla="val 5333"/>
            </a:avLst>
          </a:prstGeom>
          <a:solidFill>
            <a:srgbClr val="1B2358"/>
          </a:solidFill>
          <a:ln w="6350">
            <a:solidFill>
              <a:srgbClr val="2B357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80960" y="23774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INV-10298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680960" y="274320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3A2E17"/>
          </a:solidFill>
          <a:ln/>
        </p:spPr>
      </p:sp>
      <p:sp>
        <p:nvSpPr>
          <p:cNvPr id="22" name="Text 20"/>
          <p:cNvSpPr/>
          <p:nvPr/>
        </p:nvSpPr>
        <p:spPr>
          <a:xfrm>
            <a:off x="7680960" y="27432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Backload reported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680960" y="3200400"/>
            <a:ext cx="2286000" cy="365760"/>
          </a:xfrm>
          <a:prstGeom prst="roundRect">
            <a:avLst>
              <a:gd name="adj" fmla="val 50000"/>
            </a:avLst>
          </a:prstGeom>
          <a:solidFill>
            <a:srgbClr val="C8862B"/>
          </a:solidFill>
          <a:ln/>
        </p:spPr>
      </p:sp>
      <p:sp>
        <p:nvSpPr>
          <p:cNvPr id="24" name="Text 22"/>
          <p:cNvSpPr/>
          <p:nvPr/>
        </p:nvSpPr>
        <p:spPr>
          <a:xfrm>
            <a:off x="7680960" y="32004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to Mondial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498080" y="37947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ang label na ito para sa iyo — ito ay itinakda ng Admin / Logistics Associate.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498080" y="4526280"/>
            <a:ext cx="3657600" cy="1371600"/>
          </a:xfrm>
          <a:prstGeom prst="roundRect">
            <a:avLst>
              <a:gd name="adj" fmla="val 5333"/>
            </a:avLst>
          </a:prstGeom>
          <a:solidFill>
            <a:srgbClr val="1B2358"/>
          </a:solidFill>
          <a:ln w="6350">
            <a:solidFill>
              <a:srgbClr val="2B357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80960" y="4663440"/>
            <a:ext cx="32918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 iyong role: 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7D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Kilalanin ang label na ito kapag lumitaw, at maintindihan na ang ibig sabihin nito ay naka-bill na ang redelivery — walang kailangang gawin para itakda ito.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Seksyon 5 · Charge to Mondial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229600" y="6528816"/>
            <a:ext cx="35021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Mondial Portal — Dynamic88 Solutions   ·  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SEKSYON 5 · MALALIM NA PAGTALAKAY SA BACKLOAD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Backload, Ipinaliwanag: D88 Error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40080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28800"/>
            <a:ext cx="548640" cy="548640"/>
          </a:xfrm>
          <a:prstGeom prst="ellipse">
            <a:avLst/>
          </a:prstGeom>
          <a:solidFill>
            <a:srgbClr val="AE3A34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182880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E3A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D88 Error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2560320"/>
            <a:ext cx="57607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Kahulugan: nangyari ang backload dahil sa isang bagay sa panig mismo ng D88 — kamalian natin.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3246120"/>
            <a:ext cx="228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E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32461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Maling truck routing o naligtaang stop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3703320"/>
            <a:ext cx="228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E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37033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Truck breakdown o problema sa scheduling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4160520"/>
            <a:ext cx="228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E3A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416052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Anumang iba pang internal na pagkakamali ng D88 sa paghawak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68680" y="4892040"/>
            <a:ext cx="5760720" cy="1005840"/>
          </a:xfrm>
          <a:prstGeom prst="roundRect">
            <a:avLst>
              <a:gd name="adj" fmla="val 9091"/>
            </a:avLst>
          </a:prstGeom>
          <a:solidFill>
            <a:srgbClr val="FBE9E7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4892040"/>
            <a:ext cx="53035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A2A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ang nangyayari: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24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lang ito. Hindi kailanman naka-bill nang dalawang beses si Mondial para sa sariling pagkakamali ng D88 — walang double invoice line na ginagawa.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223760" y="1554480"/>
            <a:ext cx="4160520" cy="4480560"/>
          </a:xfrm>
          <a:prstGeom prst="roundRect">
            <a:avLst>
              <a:gd name="adj" fmla="val 2637"/>
            </a:avLst>
          </a:prstGeom>
          <a:solidFill>
            <a:srgbClr val="141A47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498080" y="1783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Ganito ito makikita sa iyong board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498080" y="2240280"/>
            <a:ext cx="3657600" cy="1371600"/>
          </a:xfrm>
          <a:prstGeom prst="roundRect">
            <a:avLst>
              <a:gd name="adj" fmla="val 5333"/>
            </a:avLst>
          </a:prstGeom>
          <a:solidFill>
            <a:srgbClr val="1B2358"/>
          </a:solidFill>
          <a:ln w="6350">
            <a:solidFill>
              <a:srgbClr val="2B357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80960" y="23774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INV-10304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680960" y="274320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3A2E17"/>
          </a:solidFill>
          <a:ln/>
        </p:spPr>
      </p:sp>
      <p:sp>
        <p:nvSpPr>
          <p:cNvPr id="22" name="Text 20"/>
          <p:cNvSpPr/>
          <p:nvPr/>
        </p:nvSpPr>
        <p:spPr>
          <a:xfrm>
            <a:off x="7680960" y="274320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Backload reported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680960" y="320040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AE3A34"/>
          </a:solidFill>
          <a:ln/>
        </p:spPr>
      </p:sp>
      <p:sp>
        <p:nvSpPr>
          <p:cNvPr id="24" name="Text 22"/>
          <p:cNvSpPr/>
          <p:nvPr/>
        </p:nvSpPr>
        <p:spPr>
          <a:xfrm>
            <a:off x="7680960" y="3200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D88 Error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498080" y="37947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Parehong read-only rule ang applicable — nakikita mo ito, hindi mo ito itinatakda.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498080" y="4526280"/>
            <a:ext cx="3657600" cy="1371600"/>
          </a:xfrm>
          <a:prstGeom prst="roundRect">
            <a:avLst>
              <a:gd name="adj" fmla="val 5333"/>
            </a:avLst>
          </a:prstGeom>
          <a:solidFill>
            <a:srgbClr val="1B2358"/>
          </a:solidFill>
          <a:ln w="6350">
            <a:solidFill>
              <a:srgbClr val="2B357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80960" y="4663440"/>
            <a:ext cx="32918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Mabilisang paghambing: 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7D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 to Mondial = kasalanan nila, naka-bill ulit. D88 Error = kasalanan natin, na-report, hindi na naka-bill ulit.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Seksyon 5 · D88 Error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229600" y="6528816"/>
            <a:ext cx="35021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Mondial Portal — Dynamic88 Solutions   ·  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SEKSYON 5 · MALALIM NA PAGTALAKAY SA BACKLOAD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Sino ang Nagtatakda ng Mga Label — at Ano ang Gagawin Mo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25780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7830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Kayang itakda / i-edit ang flag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8680" y="2286000"/>
            <a:ext cx="2926080" cy="457200"/>
          </a:xfrm>
          <a:prstGeom prst="roundRect">
            <a:avLst>
              <a:gd name="adj" fmla="val 40000"/>
            </a:avLst>
          </a:prstGeom>
          <a:solidFill>
            <a:srgbClr val="E4F2EA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2860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68680" y="2880360"/>
            <a:ext cx="2926080" cy="457200"/>
          </a:xfrm>
          <a:prstGeom prst="roundRect">
            <a:avLst>
              <a:gd name="adj" fmla="val 40000"/>
            </a:avLst>
          </a:prstGeom>
          <a:solidFill>
            <a:srgbClr val="E4F2EA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880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 Associate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361188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Tini-tick nila ang mga checkbox sa backload entry — isa lang sa dalawang flag sa isang pagkakataon.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68680" y="4160520"/>
            <a:ext cx="4663440" cy="0"/>
          </a:xfrm>
          <a:prstGeom prst="line">
            <a:avLst/>
          </a:prstGeom>
          <a:noFill/>
          <a:ln w="12700">
            <a:solidFill>
              <a:srgbClr val="E3E7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43434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Nakikita ang flag (read-only)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68680" y="4800600"/>
            <a:ext cx="2926080" cy="457200"/>
          </a:xfrm>
          <a:prstGeom prst="roundRect">
            <a:avLst>
              <a:gd name="adj" fmla="val 40000"/>
            </a:avLst>
          </a:prstGeom>
          <a:solidFill>
            <a:srgbClr val="CADCFC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80060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JMD Planner (ikaw)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5349240"/>
            <a:ext cx="4663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Makikita mo ang label saan man ito umiiral, pero hindi mo maa-access ang mga checkbox — sinadya ito.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26480" y="1554480"/>
            <a:ext cx="5257800" cy="4480560"/>
          </a:xfrm>
          <a:prstGeom prst="roundRect">
            <a:avLst>
              <a:gd name="adj" fmla="val 2449"/>
            </a:avLst>
          </a:prstGeom>
          <a:solidFill>
            <a:srgbClr val="1E2761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46520" y="17830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Bakit Mahalaga Ito Sa Iyo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46520" y="2331720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9" name="Text 17"/>
          <p:cNvSpPr/>
          <p:nvPr/>
        </p:nvSpPr>
        <p:spPr>
          <a:xfrm>
            <a:off x="6446520" y="23317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949440" y="228600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Kaya mong ipaliwanag sa drivers o customers kung bakit naka-bill o hindi naka-bill ulit ang isang redelivery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46520" y="3200400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2" name="Text 20"/>
          <p:cNvSpPr/>
          <p:nvPr/>
        </p:nvSpPr>
        <p:spPr>
          <a:xfrm>
            <a:off x="6446520" y="3200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49440" y="315468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Alam mo na ang Backload na walang flag pa ay pending review pa rin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46520" y="4069080"/>
            <a:ext cx="365760" cy="3657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5" name="Text 23"/>
          <p:cNvSpPr/>
          <p:nvPr/>
        </p:nvSpPr>
        <p:spPr>
          <a:xfrm>
            <a:off x="6446520" y="40690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949440" y="4023360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mo na kailangang manghula — sinasabi na ng label ang resulta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Seksyon 5 · Mga Tungkulin at Responsibilidad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229600" y="6528816"/>
            <a:ext cx="35021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Mondial Portal — Dynamic88 Solutions   ·  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SEKSYON 5 · MALALIM NA PAGTALAKAY SA BACKLOAD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 ang Kaya Mong Gawin Sa Isang Backload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40080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288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28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54480" y="182880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2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Reschedule for Redelivery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468880"/>
            <a:ext cx="5760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sa anumang invoice na na-flag bilang Backload. Isang click lang para ihanda ito para sa bagong pagtatangka.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68680" y="3063240"/>
            <a:ext cx="347472" cy="347472"/>
          </a:xfrm>
          <a:prstGeom prst="ellipse">
            <a:avLst/>
          </a:prstGeom>
          <a:solidFill>
            <a:srgbClr val="3D4A9E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0632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71600" y="301752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Buksan ang backload invoice sa kasalukuyang truck card nito</a:t>
            </a:r>
            <a:endParaRPr lang="en-US" sz="1180" dirty="0"/>
          </a:p>
        </p:txBody>
      </p:sp>
      <p:sp>
        <p:nvSpPr>
          <p:cNvPr id="12" name="Shape 10"/>
          <p:cNvSpPr/>
          <p:nvPr/>
        </p:nvSpPr>
        <p:spPr>
          <a:xfrm>
            <a:off x="868680" y="3520440"/>
            <a:ext cx="347472" cy="347472"/>
          </a:xfrm>
          <a:prstGeom prst="ellipse">
            <a:avLst/>
          </a:prstGeom>
          <a:solidFill>
            <a:srgbClr val="3D4A9E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5204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371600" y="347472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I-click ang “Reschedule for Redelivery”</a:t>
            </a:r>
            <a:endParaRPr lang="en-US" sz="1180" dirty="0"/>
          </a:p>
        </p:txBody>
      </p:sp>
      <p:sp>
        <p:nvSpPr>
          <p:cNvPr id="15" name="Shape 13"/>
          <p:cNvSpPr/>
          <p:nvPr/>
        </p:nvSpPr>
        <p:spPr>
          <a:xfrm>
            <a:off x="868680" y="3977640"/>
            <a:ext cx="347472" cy="347472"/>
          </a:xfrm>
          <a:prstGeom prst="ellipse">
            <a:avLst/>
          </a:prstGeom>
          <a:solidFill>
            <a:srgbClr val="3D4A9E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9776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71600" y="393192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Nananatiling nakikita ang invoice sa truck na ito para sa history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868680" y="4434840"/>
            <a:ext cx="347472" cy="347472"/>
          </a:xfrm>
          <a:prstGeom prst="ellipse">
            <a:avLst/>
          </a:prstGeom>
          <a:solidFill>
            <a:srgbClr val="3D4A9E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4348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371600" y="438912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na ito kasama sa CTS scoring ng truck na ito</a:t>
            </a:r>
            <a:endParaRPr lang="en-US" sz="1180" dirty="0"/>
          </a:p>
        </p:txBody>
      </p:sp>
      <p:sp>
        <p:nvSpPr>
          <p:cNvPr id="21" name="Shape 19"/>
          <p:cNvSpPr/>
          <p:nvPr/>
        </p:nvSpPr>
        <p:spPr>
          <a:xfrm>
            <a:off x="868680" y="4892040"/>
            <a:ext cx="347472" cy="347472"/>
          </a:xfrm>
          <a:prstGeom prst="ellipse">
            <a:avLst/>
          </a:prstGeom>
          <a:solidFill>
            <a:srgbClr val="3D4A9E"/>
          </a:solidFill>
          <a:ln/>
        </p:spPr>
      </p:sp>
      <p:sp>
        <p:nvSpPr>
          <p:cNvPr id="22" name="Text 20"/>
          <p:cNvSpPr/>
          <p:nvPr/>
        </p:nvSpPr>
        <p:spPr>
          <a:xfrm>
            <a:off x="868680" y="48920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371600" y="484632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Magiging libre na itong i-assign sa bagong truck/petsa gamit ang Document Lookup</a:t>
            </a:r>
            <a:endParaRPr lang="en-US" sz="1180" dirty="0"/>
          </a:p>
        </p:txBody>
      </p:sp>
      <p:sp>
        <p:nvSpPr>
          <p:cNvPr id="24" name="Shape 22"/>
          <p:cNvSpPr/>
          <p:nvPr/>
        </p:nvSpPr>
        <p:spPr>
          <a:xfrm>
            <a:off x="7223760" y="1554480"/>
            <a:ext cx="4160520" cy="4480560"/>
          </a:xfrm>
          <a:prstGeom prst="roundRect">
            <a:avLst>
              <a:gd name="adj" fmla="val 2637"/>
            </a:avLst>
          </a:prstGeom>
          <a:solidFill>
            <a:srgbClr val="F7F9FD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498080" y="1783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Loob Din Ng Iyong Kakayahan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498080" y="2286000"/>
            <a:ext cx="3657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80960" y="23774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Unassign Invoice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680960" y="2670048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Tanggalin ang isang invoice mula sa truck kung na-place ito nang mali.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498080" y="3383280"/>
            <a:ext cx="3657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80960" y="347472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Convoy Truck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680960" y="3767328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Magdagdag ng ibang truck sa parehong ruta kapag kinakailangan ng volume.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498080" y="4480560"/>
            <a:ext cx="36576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E3E7F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80960" y="45720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Truck Details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680960" y="4864608"/>
            <a:ext cx="3291840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I-update ang carrier, plate #, driver, o pangalan ng helper anumang oras.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Seksyon 5 · Kumilos Tungkol sa Backloads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229600" y="6528816"/>
            <a:ext cx="35021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Mondial Portal — Dynamic88 Solutions   ·   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SEKSYON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Ang Iyong Limitasyon — Sinadya Ito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ang hindi mo nakikita, para makapag-focus ka sa planning — hindi sa cost data.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456432" cy="1920240"/>
          </a:xfrm>
          <a:prstGeom prst="roundRect">
            <a:avLst>
              <a:gd name="adj" fmla="val 4762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103120"/>
            <a:ext cx="457200" cy="457200"/>
          </a:xfrm>
          <a:prstGeom prst="ellipse">
            <a:avLst/>
          </a:prstGeom>
          <a:solidFill>
            <a:srgbClr val="8B93A8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71600" y="2057400"/>
            <a:ext cx="2450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Truck Rate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2743200"/>
            <a:ext cx="299923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 trucking cost figure ay nakikita lang ng Admin at Logistics Officer.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33672" y="1874520"/>
            <a:ext cx="3456432" cy="1920240"/>
          </a:xfrm>
          <a:prstGeom prst="roundRect">
            <a:avLst>
              <a:gd name="adj" fmla="val 4762"/>
            </a:avLst>
          </a:prstGeom>
          <a:solidFill>
            <a:srgbClr val="1E2761"/>
          </a:solidFill>
          <a:ln/>
        </p:spPr>
      </p:sp>
      <p:sp>
        <p:nvSpPr>
          <p:cNvPr id="11" name="Shape 9"/>
          <p:cNvSpPr/>
          <p:nvPr/>
        </p:nvSpPr>
        <p:spPr>
          <a:xfrm>
            <a:off x="4462272" y="2103120"/>
            <a:ext cx="457200" cy="457200"/>
          </a:xfrm>
          <a:prstGeom prst="ellipse">
            <a:avLst/>
          </a:prstGeom>
          <a:solidFill>
            <a:srgbClr val="8B93A8"/>
          </a:solidFill>
          <a:ln/>
        </p:spPr>
      </p:sp>
      <p:sp>
        <p:nvSpPr>
          <p:cNvPr id="12" name="Text 10"/>
          <p:cNvSpPr/>
          <p:nvPr/>
        </p:nvSpPr>
        <p:spPr>
          <a:xfrm>
            <a:off x="4462272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056632" y="2057400"/>
            <a:ext cx="2450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CTS % Score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462272" y="2743200"/>
            <a:ext cx="299923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 numeric performance percentage ay itinatago; makikita lang ito ng Admin at Logistics Officer.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918704" y="1874520"/>
            <a:ext cx="3456432" cy="1920240"/>
          </a:xfrm>
          <a:prstGeom prst="roundRect">
            <a:avLst>
              <a:gd name="adj" fmla="val 4762"/>
            </a:avLst>
          </a:prstGeom>
          <a:solidFill>
            <a:srgbClr val="1E2761"/>
          </a:solidFill>
          <a:ln/>
        </p:spPr>
      </p:sp>
      <p:sp>
        <p:nvSpPr>
          <p:cNvPr id="16" name="Shape 14"/>
          <p:cNvSpPr/>
          <p:nvPr/>
        </p:nvSpPr>
        <p:spPr>
          <a:xfrm>
            <a:off x="8147304" y="2103120"/>
            <a:ext cx="457200" cy="457200"/>
          </a:xfrm>
          <a:prstGeom prst="ellipse">
            <a:avLst/>
          </a:prstGeom>
          <a:solidFill>
            <a:srgbClr val="8B93A8"/>
          </a:solidFill>
          <a:ln/>
        </p:spPr>
      </p:sp>
      <p:sp>
        <p:nvSpPr>
          <p:cNvPr id="17" name="Text 15"/>
          <p:cNvSpPr/>
          <p:nvPr/>
        </p:nvSpPr>
        <p:spPr>
          <a:xfrm>
            <a:off x="8147304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741664" y="2057400"/>
            <a:ext cx="2450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Editing Backload Flags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147304" y="2743200"/>
            <a:ext cx="299923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 Charge to Mondial / D88 Error checkboxes ay para lang sa Admin at Logistics Associate.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4023360"/>
            <a:ext cx="3456432" cy="1920240"/>
          </a:xfrm>
          <a:prstGeom prst="roundRect">
            <a:avLst>
              <a:gd name="adj" fmla="val 4762"/>
            </a:avLst>
          </a:prstGeom>
          <a:solidFill>
            <a:srgbClr val="1E2761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8B93A8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371600" y="4206240"/>
            <a:ext cx="2450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Marking Delivered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7240" y="4892040"/>
            <a:ext cx="299923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 mga update sa delivery status ay hawak ng Logistics Officer / Associate.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233672" y="4023360"/>
            <a:ext cx="3456432" cy="1920240"/>
          </a:xfrm>
          <a:prstGeom prst="roundRect">
            <a:avLst>
              <a:gd name="adj" fmla="val 4762"/>
            </a:avLst>
          </a:prstGeom>
          <a:solidFill>
            <a:srgbClr val="1E2761"/>
          </a:solidFill>
          <a:ln/>
        </p:spPr>
      </p:sp>
      <p:sp>
        <p:nvSpPr>
          <p:cNvPr id="26" name="Shape 24"/>
          <p:cNvSpPr/>
          <p:nvPr/>
        </p:nvSpPr>
        <p:spPr>
          <a:xfrm>
            <a:off x="4462272" y="4251960"/>
            <a:ext cx="457200" cy="457200"/>
          </a:xfrm>
          <a:prstGeom prst="ellipse">
            <a:avLst/>
          </a:prstGeom>
          <a:solidFill>
            <a:srgbClr val="8B93A8"/>
          </a:solidFill>
          <a:ln/>
        </p:spPr>
      </p:sp>
      <p:sp>
        <p:nvSpPr>
          <p:cNvPr id="27" name="Text 25"/>
          <p:cNvSpPr/>
          <p:nvPr/>
        </p:nvSpPr>
        <p:spPr>
          <a:xfrm>
            <a:off x="4462272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056632" y="4206240"/>
            <a:ext cx="245059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Pages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462272" y="4892040"/>
            <a:ext cx="2999232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 Dashboard, Deliveries, Billing, Trucking Billing, at Admin ay wala sa iyong role.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A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Sumasalamin ito nang eksakto sa kasalukuyang setup ng Portal — walang dito ang natatago nang hindi sinasadya.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SEKSYON 7 · BUOD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2F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Mabilisang Sanggunian (Cheat Sheet)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083564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5448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Gawain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577840" y="15544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680960" y="15544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Paalala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965960"/>
            <a:ext cx="10835640" cy="530352"/>
          </a:xfrm>
          <a:prstGeom prst="rect">
            <a:avLst/>
          </a:prstGeom>
          <a:solidFill>
            <a:srgbClr val="F7F9FD"/>
          </a:solidFill>
          <a:ln w="6350">
            <a:solidFill>
              <a:srgbClr val="E3E7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965960"/>
            <a:ext cx="4754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Gumawa / mag-manage ng route plan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577840" y="1965960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Plan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680960" y="1965960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Punan ang petsa, Prepared By, Checked By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2496312"/>
            <a:ext cx="108356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3E7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496312"/>
            <a:ext cx="4754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I-assign ang invoice sa truck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577840" y="2496312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Plan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680960" y="2496312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Itakda ang Qty per Box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026664"/>
            <a:ext cx="10835640" cy="530352"/>
          </a:xfrm>
          <a:prstGeom prst="rect">
            <a:avLst/>
          </a:prstGeom>
          <a:solidFill>
            <a:srgbClr val="F7F9FD"/>
          </a:solidFill>
          <a:ln w="6350">
            <a:solidFill>
              <a:srgbClr val="E3E7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026664"/>
            <a:ext cx="4754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I-dispatch ang truck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577840" y="3026664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Plan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680960" y="3026664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Minarkahan ang truck bilang out for delivery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557016"/>
            <a:ext cx="108356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3E7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557016"/>
            <a:ext cx="4754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Magdagdag ng convoy truck / mag-edit ng truck details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577840" y="3557016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Plan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680960" y="3557016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Carrier, plate #, driver, helpers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4087368"/>
            <a:ext cx="10835640" cy="530352"/>
          </a:xfrm>
          <a:prstGeom prst="rect">
            <a:avLst/>
          </a:prstGeom>
          <a:solidFill>
            <a:srgbClr val="F7F9FD"/>
          </a:solidFill>
          <a:ln w="6350">
            <a:solidFill>
              <a:srgbClr val="E3E7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4087368"/>
            <a:ext cx="4754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Kilalanin ang Discrepancy kumpara sa Backload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577840" y="4087368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Plan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680960" y="4087368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badge lang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4617720"/>
            <a:ext cx="108356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3E7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4617720"/>
            <a:ext cx="4754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Basahin ang Charge to Mondial / D88 Error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577840" y="4617720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Plan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680960" y="4617720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label; hindi mo maaaring i-edit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48640" y="5148072"/>
            <a:ext cx="10835640" cy="530352"/>
          </a:xfrm>
          <a:prstGeom prst="rect">
            <a:avLst/>
          </a:prstGeom>
          <a:solidFill>
            <a:srgbClr val="F7F9FD"/>
          </a:solidFill>
          <a:ln w="6350">
            <a:solidFill>
              <a:srgbClr val="E3E7F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" y="5148072"/>
            <a:ext cx="4754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Reschedule for Redelivery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577840" y="5148072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Plan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680960" y="5148072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Pinalalaya ang invoice para sa bagong truck/petsa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8640" y="5678424"/>
            <a:ext cx="1083564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3E7F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7240" y="5678424"/>
            <a:ext cx="4754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B2F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Suriin ang mga na-encode na invoices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577840" y="5678424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Invoices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680960" y="5678424"/>
            <a:ext cx="3657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View-only lang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57200" y="652881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Seksyon 7 · Sanggunian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8229600" y="6528816"/>
            <a:ext cx="35021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5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Mondial Portal — Dynamic88 Solutions   ·   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286000"/>
            <a:ext cx="5943600" cy="5943600"/>
          </a:xfrm>
          <a:prstGeom prst="ellipse">
            <a:avLst/>
          </a:prstGeom>
          <a:solidFill>
            <a:srgbClr val="1E2761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686800" y="3474720"/>
            <a:ext cx="5486400" cy="5486400"/>
          </a:xfrm>
          <a:prstGeom prst="ellipse">
            <a:avLst/>
          </a:prstGeom>
          <a:solidFill>
            <a:srgbClr val="1E2761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367528" y="1463040"/>
            <a:ext cx="822960" cy="82296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5367528" y="146304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914400" y="251460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Handa Ka Na Para sa Route Plan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1371600" y="3337560"/>
            <a:ext cx="9418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Gumawa ng plano, mag-dispatch ng trucks, mag-manage ng convoys — at ngayon kaya mo nang basahin ang bawat Backload label nang may kumpiyansa.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108960" y="4206240"/>
            <a:ext cx="5943600" cy="1143000"/>
          </a:xfrm>
          <a:prstGeom prst="roundRect">
            <a:avLst>
              <a:gd name="adj" fmla="val 9600"/>
            </a:avLst>
          </a:prstGeom>
          <a:solidFill>
            <a:srgbClr val="1E2761"/>
          </a:solidFill>
          <a:ln w="12700">
            <a:solidFill>
              <a:srgbClr val="E3E7F1"/>
            </a:solidFill>
            <a:prstDash val="solid"/>
          </a:ln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108960" y="4206240"/>
            <a:ext cx="59436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Tanong?  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Makipag-ugnayan sa iyong Admin o sa D88 Portal team anumang oras.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60350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Mondial Portal · Dynamic88 Solutions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2026-08-05T03:57:09Z</dcterms:created>
  <dcterms:modified xsi:type="dcterms:W3CDTF">2026-08-05T03:57:09Z</dcterms:modified>
</cp:coreProperties>
</file>